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k Mode" userId="a9e9babbbd1ca730" providerId="LiveId" clId="{3D0142EC-A683-4A84-BDEA-FA28394BE19D}"/>
    <pc:docChg chg="modSld">
      <pc:chgData name="Dark Mode" userId="a9e9babbbd1ca730" providerId="LiveId" clId="{3D0142EC-A683-4A84-BDEA-FA28394BE19D}" dt="2026-09-03T18:37:08.662" v="1" actId="20577"/>
      <pc:docMkLst>
        <pc:docMk/>
      </pc:docMkLst>
      <pc:sldChg chg="modNotesTx">
        <pc:chgData name="Dark Mode" userId="a9e9babbbd1ca730" providerId="LiveId" clId="{3D0142EC-A683-4A84-BDEA-FA28394BE19D}" dt="2026-09-03T18:37:04.372" v="0" actId="20577"/>
        <pc:sldMkLst>
          <pc:docMk/>
          <pc:sldMk cId="947453372" sldId="256"/>
        </pc:sldMkLst>
      </pc:sldChg>
      <pc:sldChg chg="modNotesTx">
        <pc:chgData name="Dark Mode" userId="a9e9babbbd1ca730" providerId="LiveId" clId="{3D0142EC-A683-4A84-BDEA-FA28394BE19D}" dt="2026-09-03T18:37:08.662" v="1" actId="20577"/>
        <pc:sldMkLst>
          <pc:docMk/>
          <pc:sldMk cId="92938486" sldId="257"/>
        </pc:sldMkLst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Juillet</c:v>
          </c:tx>
          <c:spPr>
            <a:solidFill>
              <a:srgbClr val="00549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ACM</c:v>
              </c:pt>
              <c:pt idx="1">
                <c:v>CMMABN</c:v>
              </c:pt>
              <c:pt idx="2">
                <c:v>DIRCO</c:v>
              </c:pt>
              <c:pt idx="3">
                <c:v>DIRCOM</c:v>
              </c:pt>
              <c:pt idx="4">
                <c:v>CONTRATHÈQUE</c:v>
              </c:pt>
            </c:strLit>
          </c:cat>
          <c:val>
            <c:numLit>
              <c:formatCode>General</c:formatCode>
              <c:ptCount val="5"/>
              <c:pt idx="0">
                <c:v>50</c:v>
              </c:pt>
              <c:pt idx="1">
                <c:v>31</c:v>
              </c:pt>
              <c:pt idx="2">
                <c:v>0</c:v>
              </c:pt>
              <c:pt idx="3">
                <c:v>0</c:v>
              </c:pt>
              <c:pt idx="4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CA6-4D1E-ABDD-E794D0391B8A}"/>
            </c:ext>
          </c:extLst>
        </c:ser>
        <c:ser>
          <c:idx val="1"/>
          <c:order val="1"/>
          <c:tx>
            <c:v>Août</c:v>
          </c:tx>
          <c:spPr>
            <a:solidFill>
              <a:srgbClr val="E3061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ACM</c:v>
              </c:pt>
              <c:pt idx="1">
                <c:v>CMMABN</c:v>
              </c:pt>
              <c:pt idx="2">
                <c:v>DIRCO</c:v>
              </c:pt>
              <c:pt idx="3">
                <c:v>DIRCOM</c:v>
              </c:pt>
              <c:pt idx="4">
                <c:v>CONTRATHÈQUE</c:v>
              </c:pt>
            </c:strLit>
          </c:cat>
          <c:val>
            <c:numLit>
              <c:formatCode>General</c:formatCode>
              <c:ptCount val="5"/>
              <c:pt idx="0">
                <c:v>21</c:v>
              </c:pt>
              <c:pt idx="1">
                <c:v>5</c:v>
              </c:pt>
              <c:pt idx="2">
                <c:v>35</c:v>
              </c:pt>
              <c:pt idx="3">
                <c:v>3</c:v>
              </c:pt>
              <c:pt idx="4">
                <c:v>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CA6-4D1E-ABDD-E794D0391B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1EA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02A43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"/>
        </c:scaling>
        <c:delete val="0"/>
        <c:axPos val="l"/>
        <c:majorGridlines>
          <c:spPr>
            <a:ln w="9525">
              <a:solidFill>
                <a:srgbClr val="D8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2667A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102A43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28600"/>
            <a:ext cx="666750" cy="666750"/>
          </a:xfrm>
          <a:prstGeom prst="rect">
            <a:avLst/>
          </a:prstGeom>
        </p:spPr>
      </p:pic>
      <p:sp>
        <p:nvSpPr>
          <p:cNvPr id="2" name="brand-1">
            <a:extLst>
              <a:ext uri="{FF2B5EF4-FFF2-40B4-BE49-F238E27FC236}">
                <a16:creationId xmlns:a16="http://schemas.microsoft.com/office/drawing/2014/main" id="{9B1E111E-6FF8-4DE3-A8CB-11299029F5AF}"/>
              </a:ext>
            </a:extLst>
          </p:cNvPr>
          <p:cNvSpPr>
            <a:spLocks noGrp="1"/>
          </p:cNvSpPr>
          <p:nvPr/>
        </p:nvSpPr>
        <p:spPr>
          <a:xfrm>
            <a:off x="1190625" y="238125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00549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49F"/>
                </a:solidFill>
                <a:latin typeface="Arial"/>
                <a:ea typeface="Arial"/>
                <a:cs typeface="Arial"/>
              </a:rPr>
              <a:t>ACCESSIBILITÉ</a:t>
            </a:r>
          </a:p>
        </p:txBody>
      </p:sp>
      <p:sp>
        <p:nvSpPr>
          <p:cNvPr id="3" name="title-1">
            <a:extLst>
              <a:ext uri="{FF2B5EF4-FFF2-40B4-BE49-F238E27FC236}">
                <a16:creationId xmlns:a16="http://schemas.microsoft.com/office/drawing/2014/main" id="{766FCA2D-8A67-4F10-860B-EBCDA69550E5}"/>
              </a:ext>
            </a:extLst>
          </p:cNvPr>
          <p:cNvSpPr>
            <a:spLocks noGrp="1"/>
          </p:cNvSpPr>
          <p:nvPr/>
        </p:nvSpPr>
        <p:spPr>
          <a:xfrm>
            <a:off x="1190625" y="495300"/>
            <a:ext cx="9286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Traitements &amp; nouveautés</a:t>
            </a:r>
          </a:p>
        </p:txBody>
      </p:sp>
      <p:sp>
        <p:nvSpPr>
          <p:cNvPr id="4" name="sub-1">
            <a:extLst>
              <a:ext uri="{FF2B5EF4-FFF2-40B4-BE49-F238E27FC236}">
                <a16:creationId xmlns:a16="http://schemas.microsoft.com/office/drawing/2014/main" id="{29BF1DD3-62AA-4D74-860A-D21FBFBAFA8A}"/>
              </a:ext>
            </a:extLst>
          </p:cNvPr>
          <p:cNvSpPr>
            <a:spLocks noGrp="1"/>
          </p:cNvSpPr>
          <p:nvPr/>
        </p:nvSpPr>
        <p:spPr>
          <a:xfrm>
            <a:off x="1190625" y="904875"/>
            <a:ext cx="881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A"/>
                </a:solidFill>
                <a:latin typeface="Arial"/>
                <a:ea typeface="Arial"/>
                <a:cs typeface="Arial"/>
              </a:rPr>
              <a:t>Juillet–août 2026 | lecture consolidée des volumes</a:t>
            </a:r>
          </a:p>
        </p:txBody>
      </p:sp>
      <p:sp>
        <p:nvSpPr>
          <p:cNvPr id="5" name="page-1">
            <a:extLst>
              <a:ext uri="{FF2B5EF4-FFF2-40B4-BE49-F238E27FC236}">
                <a16:creationId xmlns:a16="http://schemas.microsoft.com/office/drawing/2014/main" id="{E030D06A-EFD6-438D-AAAE-29DC4DE77847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67A"/>
                </a:solidFill>
                <a:latin typeface="Arial"/>
                <a:ea typeface="Arial"/>
                <a:cs typeface="Arial"/>
              </a:rPr>
              <a:t>01 / 02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24FF817-8241-4E82-9AA5-B65B87DBCFF7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391900" cy="0"/>
          </a:xfrm>
          <a:prstGeom prst="line">
            <a:avLst/>
          </a:prstGeom>
          <a:noFill/>
          <a:ln w="19050">
            <a:solidFill>
              <a:srgbClr val="00549F"/>
            </a:solidFill>
            <a:prstDash val="solid"/>
          </a:ln>
        </p:spPr>
      </p:sp>
      <p:sp>
        <p:nvSpPr>
          <p:cNvPr id="7" name="kpi-jul">
            <a:extLst>
              <a:ext uri="{FF2B5EF4-FFF2-40B4-BE49-F238E27FC236}">
                <a16:creationId xmlns:a16="http://schemas.microsoft.com/office/drawing/2014/main" id="{0D7CBC93-C30D-4A55-9940-C48F981E35D0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00549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kl-jul">
            <a:extLst>
              <a:ext uri="{FF2B5EF4-FFF2-40B4-BE49-F238E27FC236}">
                <a16:creationId xmlns:a16="http://schemas.microsoft.com/office/drawing/2014/main" id="{DB353071-5F15-4993-94EA-EDC4A29F67B8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JUILLET</a:t>
            </a:r>
          </a:p>
        </p:txBody>
      </p:sp>
      <p:sp>
        <p:nvSpPr>
          <p:cNvPr id="9" name="kv-jul">
            <a:extLst>
              <a:ext uri="{FF2B5EF4-FFF2-40B4-BE49-F238E27FC236}">
                <a16:creationId xmlns:a16="http://schemas.microsoft.com/office/drawing/2014/main" id="{FD7591FF-D7DD-4214-A2A4-910233050E76}"/>
              </a:ext>
            </a:extLst>
          </p:cNvPr>
          <p:cNvSpPr>
            <a:spLocks noGrp="1"/>
          </p:cNvSpPr>
          <p:nvPr/>
        </p:nvSpPr>
        <p:spPr>
          <a:xfrm>
            <a:off x="571500" y="1943100"/>
            <a:ext cx="175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925" b="1">
                <a:solidFill>
                  <a:srgbClr val="00549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549F"/>
                </a:solidFill>
                <a:latin typeface="Arial"/>
                <a:ea typeface="Arial"/>
                <a:cs typeface="Arial"/>
              </a:rPr>
              <a:t>82</a:t>
            </a:r>
          </a:p>
        </p:txBody>
      </p:sp>
      <p:sp>
        <p:nvSpPr>
          <p:cNvPr id="10" name="kpi-aug">
            <a:extLst>
              <a:ext uri="{FF2B5EF4-FFF2-40B4-BE49-F238E27FC236}">
                <a16:creationId xmlns:a16="http://schemas.microsoft.com/office/drawing/2014/main" id="{80EB37F9-AA3B-448D-BB27-C20D46780EBD}"/>
              </a:ext>
            </a:extLst>
          </p:cNvPr>
          <p:cNvSpPr>
            <a:spLocks noGrp="1"/>
          </p:cNvSpPr>
          <p:nvPr/>
        </p:nvSpPr>
        <p:spPr>
          <a:xfrm>
            <a:off x="2667000" y="1504950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061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kl-aug">
            <a:extLst>
              <a:ext uri="{FF2B5EF4-FFF2-40B4-BE49-F238E27FC236}">
                <a16:creationId xmlns:a16="http://schemas.microsoft.com/office/drawing/2014/main" id="{5E95AE50-72FA-45F5-85DD-C79BCB5411F4}"/>
              </a:ext>
            </a:extLst>
          </p:cNvPr>
          <p:cNvSpPr>
            <a:spLocks noGrp="1"/>
          </p:cNvSpPr>
          <p:nvPr/>
        </p:nvSpPr>
        <p:spPr>
          <a:xfrm>
            <a:off x="2838450" y="165735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AOÛT</a:t>
            </a:r>
          </a:p>
        </p:txBody>
      </p:sp>
      <p:sp>
        <p:nvSpPr>
          <p:cNvPr id="12" name="kv-aug">
            <a:extLst>
              <a:ext uri="{FF2B5EF4-FFF2-40B4-BE49-F238E27FC236}">
                <a16:creationId xmlns:a16="http://schemas.microsoft.com/office/drawing/2014/main" id="{1BF3541B-0D9E-4922-8D3F-DCD24584B6A7}"/>
              </a:ext>
            </a:extLst>
          </p:cNvPr>
          <p:cNvSpPr>
            <a:spLocks noGrp="1"/>
          </p:cNvSpPr>
          <p:nvPr/>
        </p:nvSpPr>
        <p:spPr>
          <a:xfrm>
            <a:off x="2838450" y="1943100"/>
            <a:ext cx="175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92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68</a:t>
            </a:r>
          </a:p>
        </p:txBody>
      </p:sp>
      <p:sp>
        <p:nvSpPr>
          <p:cNvPr id="13" name="kpi-tot">
            <a:extLst>
              <a:ext uri="{FF2B5EF4-FFF2-40B4-BE49-F238E27FC236}">
                <a16:creationId xmlns:a16="http://schemas.microsoft.com/office/drawing/2014/main" id="{A1FEF76B-EC97-4B99-AB33-751F343F858B}"/>
              </a:ext>
            </a:extLst>
          </p:cNvPr>
          <p:cNvSpPr>
            <a:spLocks noGrp="1"/>
          </p:cNvSpPr>
          <p:nvPr/>
        </p:nvSpPr>
        <p:spPr>
          <a:xfrm>
            <a:off x="4933950" y="1504950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kl-tot">
            <a:extLst>
              <a:ext uri="{FF2B5EF4-FFF2-40B4-BE49-F238E27FC236}">
                <a16:creationId xmlns:a16="http://schemas.microsoft.com/office/drawing/2014/main" id="{87480E3B-4C6A-4449-9276-1B7D43EEC881}"/>
              </a:ext>
            </a:extLst>
          </p:cNvPr>
          <p:cNvSpPr>
            <a:spLocks noGrp="1"/>
          </p:cNvSpPr>
          <p:nvPr/>
        </p:nvSpPr>
        <p:spPr>
          <a:xfrm>
            <a:off x="5105400" y="165735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TOTAL TRAITÉ</a:t>
            </a:r>
          </a:p>
        </p:txBody>
      </p:sp>
      <p:sp>
        <p:nvSpPr>
          <p:cNvPr id="15" name="kv-tot">
            <a:extLst>
              <a:ext uri="{FF2B5EF4-FFF2-40B4-BE49-F238E27FC236}">
                <a16:creationId xmlns:a16="http://schemas.microsoft.com/office/drawing/2014/main" id="{AD88F5C8-B3FD-452A-8868-B841FBC45933}"/>
              </a:ext>
            </a:extLst>
          </p:cNvPr>
          <p:cNvSpPr>
            <a:spLocks noGrp="1"/>
          </p:cNvSpPr>
          <p:nvPr/>
        </p:nvSpPr>
        <p:spPr>
          <a:xfrm>
            <a:off x="5105400" y="1943100"/>
            <a:ext cx="175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6" name="kpi-evo">
            <a:extLst>
              <a:ext uri="{FF2B5EF4-FFF2-40B4-BE49-F238E27FC236}">
                <a16:creationId xmlns:a16="http://schemas.microsoft.com/office/drawing/2014/main" id="{454C067C-6C7F-4C79-BDAC-C40E95AA09A5}"/>
              </a:ext>
            </a:extLst>
          </p:cNvPr>
          <p:cNvSpPr>
            <a:spLocks noGrp="1"/>
          </p:cNvSpPr>
          <p:nvPr/>
        </p:nvSpPr>
        <p:spPr>
          <a:xfrm>
            <a:off x="7200900" y="1504950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192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kl-evo">
            <a:extLst>
              <a:ext uri="{FF2B5EF4-FFF2-40B4-BE49-F238E27FC236}">
                <a16:creationId xmlns:a16="http://schemas.microsoft.com/office/drawing/2014/main" id="{55E71744-2BFD-48A1-9E4D-45A6984EC925}"/>
              </a:ext>
            </a:extLst>
          </p:cNvPr>
          <p:cNvSpPr>
            <a:spLocks noGrp="1"/>
          </p:cNvSpPr>
          <p:nvPr/>
        </p:nvSpPr>
        <p:spPr>
          <a:xfrm>
            <a:off x="7372350" y="165735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ÉVOLUTION</a:t>
            </a:r>
          </a:p>
        </p:txBody>
      </p:sp>
      <p:sp>
        <p:nvSpPr>
          <p:cNvPr id="18" name="kv-evo">
            <a:extLst>
              <a:ext uri="{FF2B5EF4-FFF2-40B4-BE49-F238E27FC236}">
                <a16:creationId xmlns:a16="http://schemas.microsoft.com/office/drawing/2014/main" id="{0A73AA29-4CEA-4C2B-B029-167719342166}"/>
              </a:ext>
            </a:extLst>
          </p:cNvPr>
          <p:cNvSpPr>
            <a:spLocks noGrp="1"/>
          </p:cNvSpPr>
          <p:nvPr/>
        </p:nvSpPr>
        <p:spPr>
          <a:xfrm>
            <a:off x="7372350" y="1943100"/>
            <a:ext cx="175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92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−17 %</a:t>
            </a:r>
          </a:p>
        </p:txBody>
      </p:sp>
      <p:sp>
        <p:nvSpPr>
          <p:cNvPr id="19" name="kpi-new">
            <a:extLst>
              <a:ext uri="{FF2B5EF4-FFF2-40B4-BE49-F238E27FC236}">
                <a16:creationId xmlns:a16="http://schemas.microsoft.com/office/drawing/2014/main" id="{1D27102E-4985-4D68-9BCE-F8D0FE16E261}"/>
              </a:ext>
            </a:extLst>
          </p:cNvPr>
          <p:cNvSpPr>
            <a:spLocks noGrp="1"/>
          </p:cNvSpPr>
          <p:nvPr/>
        </p:nvSpPr>
        <p:spPr>
          <a:xfrm>
            <a:off x="9467850" y="1504950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007D8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kl-new">
            <a:extLst>
              <a:ext uri="{FF2B5EF4-FFF2-40B4-BE49-F238E27FC236}">
                <a16:creationId xmlns:a16="http://schemas.microsoft.com/office/drawing/2014/main" id="{604CDCB9-BCA7-45B8-ABA1-9449BDD5C842}"/>
              </a:ext>
            </a:extLst>
          </p:cNvPr>
          <p:cNvSpPr>
            <a:spLocks noGrp="1"/>
          </p:cNvSpPr>
          <p:nvPr/>
        </p:nvSpPr>
        <p:spPr>
          <a:xfrm>
            <a:off x="9639300" y="165735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NOUVELLES ENTITÉS</a:t>
            </a:r>
          </a:p>
        </p:txBody>
      </p:sp>
      <p:sp>
        <p:nvSpPr>
          <p:cNvPr id="21" name="kv-new">
            <a:extLst>
              <a:ext uri="{FF2B5EF4-FFF2-40B4-BE49-F238E27FC236}">
                <a16:creationId xmlns:a16="http://schemas.microsoft.com/office/drawing/2014/main" id="{CE441F61-ED98-4D63-B4F4-4FE7E193845E}"/>
              </a:ext>
            </a:extLst>
          </p:cNvPr>
          <p:cNvSpPr>
            <a:spLocks noGrp="1"/>
          </p:cNvSpPr>
          <p:nvPr/>
        </p:nvSpPr>
        <p:spPr>
          <a:xfrm>
            <a:off x="9639300" y="1943100"/>
            <a:ext cx="175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925" b="1">
                <a:solidFill>
                  <a:srgbClr val="007D8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7D8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chart-panel">
            <a:extLst>
              <a:ext uri="{FF2B5EF4-FFF2-40B4-BE49-F238E27FC236}">
                <a16:creationId xmlns:a16="http://schemas.microsoft.com/office/drawing/2014/main" id="{3ED041D5-B858-4CDD-ACD3-1214E7E339B4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7191375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00549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chart-head">
            <a:extLst>
              <a:ext uri="{FF2B5EF4-FFF2-40B4-BE49-F238E27FC236}">
                <a16:creationId xmlns:a16="http://schemas.microsoft.com/office/drawing/2014/main" id="{9420A7A2-812E-4B2B-8207-11CFC52B2C63}"/>
              </a:ext>
            </a:extLst>
          </p:cNvPr>
          <p:cNvSpPr>
            <a:spLocks noGrp="1"/>
          </p:cNvSpPr>
          <p:nvPr/>
        </p:nvSpPr>
        <p:spPr>
          <a:xfrm>
            <a:off x="628650" y="30099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00549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49F"/>
                </a:solidFill>
                <a:latin typeface="Arial"/>
                <a:ea typeface="Arial"/>
                <a:cs typeface="Arial"/>
              </a:rPr>
              <a:t>TRAITEMENTS PAR ENTITÉ</a:t>
            </a:r>
          </a:p>
        </p:txBody>
      </p:sp>
      <p:graphicFrame>
        <p:nvGraphicFramePr>
          <p:cNvPr id="62" name="Chart"/>
          <p:cNvGraphicFramePr/>
          <p:nvPr/>
        </p:nvGraphicFramePr>
        <p:xfrm>
          <a:off x="590550" y="3371850"/>
          <a:ext cx="6762750" cy="233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new-panel">
            <a:extLst>
              <a:ext uri="{FF2B5EF4-FFF2-40B4-BE49-F238E27FC236}">
                <a16:creationId xmlns:a16="http://schemas.microsoft.com/office/drawing/2014/main" id="{76DFC929-E5AC-4E99-B9B5-89E9EC185148}"/>
              </a:ext>
            </a:extLst>
          </p:cNvPr>
          <p:cNvSpPr>
            <a:spLocks noGrp="1"/>
          </p:cNvSpPr>
          <p:nvPr/>
        </p:nvSpPr>
        <p:spPr>
          <a:xfrm>
            <a:off x="7858125" y="2857500"/>
            <a:ext cx="3933825" cy="3143250"/>
          </a:xfrm>
          <a:prstGeom prst="roundRect">
            <a:avLst>
              <a:gd name="adj" fmla="val 2424"/>
            </a:avLst>
          </a:prstGeom>
          <a:solidFill>
            <a:srgbClr val="EDF2F7"/>
          </a:solidFill>
          <a:ln w="9525">
            <a:solidFill>
              <a:srgbClr val="007D8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new-head">
            <a:extLst>
              <a:ext uri="{FF2B5EF4-FFF2-40B4-BE49-F238E27FC236}">
                <a16:creationId xmlns:a16="http://schemas.microsoft.com/office/drawing/2014/main" id="{865FA702-9CD8-49D1-A771-515683714280}"/>
              </a:ext>
            </a:extLst>
          </p:cNvPr>
          <p:cNvSpPr>
            <a:spLocks noGrp="1"/>
          </p:cNvSpPr>
          <p:nvPr/>
        </p:nvSpPr>
        <p:spPr>
          <a:xfrm>
            <a:off x="8096250" y="3048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007D8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D8A"/>
                </a:solidFill>
                <a:latin typeface="Arial"/>
                <a:ea typeface="Arial"/>
                <a:cs typeface="Arial"/>
              </a:rPr>
              <a:t>NOUVEAUTÉ</a:t>
            </a:r>
          </a:p>
        </p:txBody>
      </p:sp>
      <p:sp>
        <p:nvSpPr>
          <p:cNvPr id="27" name="new-value">
            <a:extLst>
              <a:ext uri="{FF2B5EF4-FFF2-40B4-BE49-F238E27FC236}">
                <a16:creationId xmlns:a16="http://schemas.microsoft.com/office/drawing/2014/main" id="{69905035-6ABA-41DC-A133-39B80D40D7EF}"/>
              </a:ext>
            </a:extLst>
          </p:cNvPr>
          <p:cNvSpPr>
            <a:spLocks noGrp="1"/>
          </p:cNvSpPr>
          <p:nvPr/>
        </p:nvSpPr>
        <p:spPr>
          <a:xfrm>
            <a:off x="8096250" y="3381375"/>
            <a:ext cx="95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600" b="1">
                <a:solidFill>
                  <a:srgbClr val="007D8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D8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new-label">
            <a:extLst>
              <a:ext uri="{FF2B5EF4-FFF2-40B4-BE49-F238E27FC236}">
                <a16:creationId xmlns:a16="http://schemas.microsoft.com/office/drawing/2014/main" id="{18550DF8-DE0E-4F6A-B52B-C2D7DEA38884}"/>
              </a:ext>
            </a:extLst>
          </p:cNvPr>
          <p:cNvSpPr>
            <a:spLocks noGrp="1"/>
          </p:cNvSpPr>
          <p:nvPr/>
        </p:nvSpPr>
        <p:spPr>
          <a:xfrm>
            <a:off x="8953500" y="35242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nouvelles entités à confirmer</a:t>
            </a:r>
          </a:p>
        </p:txBody>
      </p:sp>
      <p:sp>
        <p:nvSpPr>
          <p:cNvPr id="29" name="n-0">
            <a:extLst>
              <a:ext uri="{FF2B5EF4-FFF2-40B4-BE49-F238E27FC236}">
                <a16:creationId xmlns:a16="http://schemas.microsoft.com/office/drawing/2014/main" id="{8842C102-0DD7-4173-8124-20AA32B71790}"/>
              </a:ext>
            </a:extLst>
          </p:cNvPr>
          <p:cNvSpPr>
            <a:spLocks noGrp="1"/>
          </p:cNvSpPr>
          <p:nvPr/>
        </p:nvSpPr>
        <p:spPr>
          <a:xfrm>
            <a:off x="8096250" y="4143375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0" name="nn-0">
            <a:extLst>
              <a:ext uri="{FF2B5EF4-FFF2-40B4-BE49-F238E27FC236}">
                <a16:creationId xmlns:a16="http://schemas.microsoft.com/office/drawing/2014/main" id="{A4A3132F-D8A4-4B38-8B7A-24A31A682D13}"/>
              </a:ext>
            </a:extLst>
          </p:cNvPr>
          <p:cNvSpPr>
            <a:spLocks noGrp="1"/>
          </p:cNvSpPr>
          <p:nvPr/>
        </p:nvSpPr>
        <p:spPr>
          <a:xfrm>
            <a:off x="8572500" y="414337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COFIDIS ESPAGNOL</a:t>
            </a:r>
          </a:p>
        </p:txBody>
      </p:sp>
      <p:sp>
        <p:nvSpPr>
          <p:cNvPr id="31" name="nd-0">
            <a:extLst>
              <a:ext uri="{FF2B5EF4-FFF2-40B4-BE49-F238E27FC236}">
                <a16:creationId xmlns:a16="http://schemas.microsoft.com/office/drawing/2014/main" id="{8191BA66-CB35-4163-94C3-40D6E55237D5}"/>
              </a:ext>
            </a:extLst>
          </p:cNvPr>
          <p:cNvSpPr>
            <a:spLocks noGrp="1"/>
          </p:cNvSpPr>
          <p:nvPr/>
        </p:nvSpPr>
        <p:spPr>
          <a:xfrm>
            <a:off x="8572500" y="4371975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67A"/>
                </a:solidFill>
                <a:latin typeface="Arial"/>
                <a:ea typeface="Arial"/>
                <a:cs typeface="Arial"/>
              </a:rPr>
              <a:t>Reste à confirmer</a:t>
            </a:r>
          </a:p>
        </p:txBody>
      </p:sp>
      <p:sp>
        <p:nvSpPr>
          <p:cNvPr id="32" name="n-1">
            <a:extLst>
              <a:ext uri="{FF2B5EF4-FFF2-40B4-BE49-F238E27FC236}">
                <a16:creationId xmlns:a16="http://schemas.microsoft.com/office/drawing/2014/main" id="{BBD27546-A672-4388-A345-7303030C7FE5}"/>
              </a:ext>
            </a:extLst>
          </p:cNvPr>
          <p:cNvSpPr>
            <a:spLocks noGrp="1"/>
          </p:cNvSpPr>
          <p:nvPr/>
        </p:nvSpPr>
        <p:spPr>
          <a:xfrm>
            <a:off x="8096250" y="4695825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3" name="nn-1">
            <a:extLst>
              <a:ext uri="{FF2B5EF4-FFF2-40B4-BE49-F238E27FC236}">
                <a16:creationId xmlns:a16="http://schemas.microsoft.com/office/drawing/2014/main" id="{70FC5B1D-FEF0-4EDE-A947-780DA79421A7}"/>
              </a:ext>
            </a:extLst>
          </p:cNvPr>
          <p:cNvSpPr>
            <a:spLocks noGrp="1"/>
          </p:cNvSpPr>
          <p:nvPr/>
        </p:nvSpPr>
        <p:spPr>
          <a:xfrm>
            <a:off x="8572500" y="46958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CREATIS</a:t>
            </a:r>
          </a:p>
        </p:txBody>
      </p:sp>
      <p:sp>
        <p:nvSpPr>
          <p:cNvPr id="34" name="nd-1">
            <a:extLst>
              <a:ext uri="{FF2B5EF4-FFF2-40B4-BE49-F238E27FC236}">
                <a16:creationId xmlns:a16="http://schemas.microsoft.com/office/drawing/2014/main" id="{56AF84DD-56A3-4250-A344-705DA5E3CB7F}"/>
              </a:ext>
            </a:extLst>
          </p:cNvPr>
          <p:cNvSpPr>
            <a:spLocks noGrp="1"/>
          </p:cNvSpPr>
          <p:nvPr/>
        </p:nvSpPr>
        <p:spPr>
          <a:xfrm>
            <a:off x="8572500" y="4924425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67A"/>
                </a:solidFill>
                <a:latin typeface="Arial"/>
                <a:ea typeface="Arial"/>
                <a:cs typeface="Arial"/>
              </a:rPr>
              <a:t>Nouvelle entité</a:t>
            </a:r>
          </a:p>
        </p:txBody>
      </p:sp>
      <p:sp>
        <p:nvSpPr>
          <p:cNvPr id="35" name="n-2">
            <a:extLst>
              <a:ext uri="{FF2B5EF4-FFF2-40B4-BE49-F238E27FC236}">
                <a16:creationId xmlns:a16="http://schemas.microsoft.com/office/drawing/2014/main" id="{618DAF57-A150-45F6-925D-96ABB34848F5}"/>
              </a:ext>
            </a:extLst>
          </p:cNvPr>
          <p:cNvSpPr>
            <a:spLocks noGrp="1"/>
          </p:cNvSpPr>
          <p:nvPr/>
        </p:nvSpPr>
        <p:spPr>
          <a:xfrm>
            <a:off x="8096250" y="5248275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nn-2">
            <a:extLst>
              <a:ext uri="{FF2B5EF4-FFF2-40B4-BE49-F238E27FC236}">
                <a16:creationId xmlns:a16="http://schemas.microsoft.com/office/drawing/2014/main" id="{7E2664B9-344A-4336-B8DA-5FCECB5BA887}"/>
              </a:ext>
            </a:extLst>
          </p:cNvPr>
          <p:cNvSpPr>
            <a:spLocks noGrp="1"/>
          </p:cNvSpPr>
          <p:nvPr/>
        </p:nvSpPr>
        <p:spPr>
          <a:xfrm>
            <a:off x="8572500" y="524827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MONABANQ</a:t>
            </a:r>
          </a:p>
        </p:txBody>
      </p:sp>
      <p:sp>
        <p:nvSpPr>
          <p:cNvPr id="37" name="nd-2">
            <a:extLst>
              <a:ext uri="{FF2B5EF4-FFF2-40B4-BE49-F238E27FC236}">
                <a16:creationId xmlns:a16="http://schemas.microsoft.com/office/drawing/2014/main" id="{1F2706BF-B0EB-46A8-990B-03C166743575}"/>
              </a:ext>
            </a:extLst>
          </p:cNvPr>
          <p:cNvSpPr>
            <a:spLocks noGrp="1"/>
          </p:cNvSpPr>
          <p:nvPr/>
        </p:nvSpPr>
        <p:spPr>
          <a:xfrm>
            <a:off x="8572500" y="5476875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67A"/>
                </a:solidFill>
                <a:latin typeface="Arial"/>
                <a:ea typeface="Arial"/>
                <a:cs typeface="Arial"/>
              </a:rPr>
              <a:t>Nouvelle entité</a:t>
            </a:r>
          </a:p>
        </p:txBody>
      </p:sp>
      <p:sp>
        <p:nvSpPr>
          <p:cNvPr id="38" name="next">
            <a:extLst>
              <a:ext uri="{FF2B5EF4-FFF2-40B4-BE49-F238E27FC236}">
                <a16:creationId xmlns:a16="http://schemas.microsoft.com/office/drawing/2014/main" id="{00287CCB-BB27-4A13-9F84-A2F0DC21324B}"/>
              </a:ext>
            </a:extLst>
          </p:cNvPr>
          <p:cNvSpPr>
            <a:spLocks noGrp="1"/>
          </p:cNvSpPr>
          <p:nvPr/>
        </p:nvSpPr>
        <p:spPr>
          <a:xfrm>
            <a:off x="10048875" y="6286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>
                <a:solidFill>
                  <a:srgbClr val="00549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49F"/>
                </a:solidFill>
                <a:latin typeface="Arial"/>
                <a:ea typeface="Arial"/>
                <a:cs typeface="Arial"/>
                <a:hlinkClick r:id="" action="ppaction://noaction"/>
              </a:rPr>
              <a:t>SEPTEMBRE  →</a:t>
            </a:r>
          </a:p>
        </p:txBody>
      </p:sp>
    </p:spTree>
    <p:extLst>
      <p:ext uri="{BB962C8B-B14F-4D97-AF65-F5344CB8AC3E}">
        <p14:creationId xmlns:p14="http://schemas.microsoft.com/office/powerpoint/2010/main" val="947453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rand-2">
            <a:extLst>
              <a:ext uri="{FF2B5EF4-FFF2-40B4-BE49-F238E27FC236}">
                <a16:creationId xmlns:a16="http://schemas.microsoft.com/office/drawing/2014/main" id="{48B4F9FE-3FC9-4432-9FEC-62FBF5CD9855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00549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49F"/>
                </a:solidFill>
                <a:latin typeface="Arial"/>
                <a:ea typeface="Arial"/>
                <a:cs typeface="Arial"/>
              </a:rPr>
              <a:t>ACCESSIBILITÉ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A89A7894-C2A9-49A4-B605-0EA5276FD328}"/>
              </a:ext>
            </a:extLst>
          </p:cNvPr>
          <p:cNvSpPr>
            <a:spLocks noGrp="1"/>
          </p:cNvSpPr>
          <p:nvPr/>
        </p:nvSpPr>
        <p:spPr>
          <a:xfrm>
            <a:off x="400050" y="495300"/>
            <a:ext cx="1007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Prévisions septembre</a:t>
            </a:r>
          </a:p>
        </p:txBody>
      </p:sp>
      <p:sp>
        <p:nvSpPr>
          <p:cNvPr id="3" name="sub-2">
            <a:extLst>
              <a:ext uri="{FF2B5EF4-FFF2-40B4-BE49-F238E27FC236}">
                <a16:creationId xmlns:a16="http://schemas.microsoft.com/office/drawing/2014/main" id="{931D869A-DA74-45C4-8A82-3F561D31E898}"/>
              </a:ext>
            </a:extLst>
          </p:cNvPr>
          <p:cNvSpPr>
            <a:spLocks noGrp="1"/>
          </p:cNvSpPr>
          <p:nvPr/>
        </p:nvSpPr>
        <p:spPr>
          <a:xfrm>
            <a:off x="400050" y="904875"/>
            <a:ext cx="9601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A"/>
                </a:solidFill>
                <a:latin typeface="Arial"/>
                <a:ea typeface="Arial"/>
                <a:cs typeface="Arial"/>
              </a:rPr>
              <a:t>42 fichiers identifiés | DIRCO 41 + CMO 1</a:t>
            </a:r>
          </a:p>
        </p:txBody>
      </p:sp>
      <p:sp>
        <p:nvSpPr>
          <p:cNvPr id="4" name="page-2">
            <a:extLst>
              <a:ext uri="{FF2B5EF4-FFF2-40B4-BE49-F238E27FC236}">
                <a16:creationId xmlns:a16="http://schemas.microsoft.com/office/drawing/2014/main" id="{B0CDD908-4767-470B-925E-6B16303B3C56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67A"/>
                </a:solidFill>
                <a:latin typeface="Arial"/>
                <a:ea typeface="Arial"/>
                <a:cs typeface="Arial"/>
              </a:rPr>
              <a:t>02 / 02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6096162-AC18-4869-82D7-C9595CF8BEA4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391900" cy="0"/>
          </a:xfrm>
          <a:prstGeom prst="line">
            <a:avLst/>
          </a:prstGeom>
          <a:noFill/>
          <a:ln w="19050">
            <a:solidFill>
              <a:srgbClr val="00549F"/>
            </a:solidFill>
            <a:prstDash val="solid"/>
          </a:ln>
        </p:spPr>
      </p:sp>
      <p:sp>
        <p:nvSpPr>
          <p:cNvPr id="6" name="kpi-sep">
            <a:extLst>
              <a:ext uri="{FF2B5EF4-FFF2-40B4-BE49-F238E27FC236}">
                <a16:creationId xmlns:a16="http://schemas.microsoft.com/office/drawing/2014/main" id="{39832E82-2403-43B3-A6C2-59E74D8FF5B4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007D8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kl-sep">
            <a:extLst>
              <a:ext uri="{FF2B5EF4-FFF2-40B4-BE49-F238E27FC236}">
                <a16:creationId xmlns:a16="http://schemas.microsoft.com/office/drawing/2014/main" id="{5BAAFE00-DA63-498A-B902-636575A82EAC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VOLUME SEPTEMBRE</a:t>
            </a:r>
          </a:p>
        </p:txBody>
      </p:sp>
      <p:sp>
        <p:nvSpPr>
          <p:cNvPr id="8" name="kv-sep">
            <a:extLst>
              <a:ext uri="{FF2B5EF4-FFF2-40B4-BE49-F238E27FC236}">
                <a16:creationId xmlns:a16="http://schemas.microsoft.com/office/drawing/2014/main" id="{F9C7C5A1-2BDA-499A-BB01-AB0CD35FBE53}"/>
              </a:ext>
            </a:extLst>
          </p:cNvPr>
          <p:cNvSpPr>
            <a:spLocks noGrp="1"/>
          </p:cNvSpPr>
          <p:nvPr/>
        </p:nvSpPr>
        <p:spPr>
          <a:xfrm>
            <a:off x="571500" y="1943100"/>
            <a:ext cx="175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925" b="1">
                <a:solidFill>
                  <a:srgbClr val="007D8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7D8A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9" name="kpi-dirco">
            <a:extLst>
              <a:ext uri="{FF2B5EF4-FFF2-40B4-BE49-F238E27FC236}">
                <a16:creationId xmlns:a16="http://schemas.microsoft.com/office/drawing/2014/main" id="{173A2BE3-56FE-437E-8E66-774F01E55FB4}"/>
              </a:ext>
            </a:extLst>
          </p:cNvPr>
          <p:cNvSpPr>
            <a:spLocks noGrp="1"/>
          </p:cNvSpPr>
          <p:nvPr/>
        </p:nvSpPr>
        <p:spPr>
          <a:xfrm>
            <a:off x="2667000" y="1504950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00549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kl-dirco">
            <a:extLst>
              <a:ext uri="{FF2B5EF4-FFF2-40B4-BE49-F238E27FC236}">
                <a16:creationId xmlns:a16="http://schemas.microsoft.com/office/drawing/2014/main" id="{DF9AD009-FF7C-4A36-A663-82BBBAD167A4}"/>
              </a:ext>
            </a:extLst>
          </p:cNvPr>
          <p:cNvSpPr>
            <a:spLocks noGrp="1"/>
          </p:cNvSpPr>
          <p:nvPr/>
        </p:nvSpPr>
        <p:spPr>
          <a:xfrm>
            <a:off x="2838450" y="165735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DIRCO</a:t>
            </a:r>
          </a:p>
        </p:txBody>
      </p:sp>
      <p:sp>
        <p:nvSpPr>
          <p:cNvPr id="11" name="kv-dirco">
            <a:extLst>
              <a:ext uri="{FF2B5EF4-FFF2-40B4-BE49-F238E27FC236}">
                <a16:creationId xmlns:a16="http://schemas.microsoft.com/office/drawing/2014/main" id="{B6A2695A-0DCD-4C93-B1F1-FE861DCAAC89}"/>
              </a:ext>
            </a:extLst>
          </p:cNvPr>
          <p:cNvSpPr>
            <a:spLocks noGrp="1"/>
          </p:cNvSpPr>
          <p:nvPr/>
        </p:nvSpPr>
        <p:spPr>
          <a:xfrm>
            <a:off x="2838450" y="1943100"/>
            <a:ext cx="175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925" b="1">
                <a:solidFill>
                  <a:srgbClr val="00549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549F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12" name="kpi-cmo">
            <a:extLst>
              <a:ext uri="{FF2B5EF4-FFF2-40B4-BE49-F238E27FC236}">
                <a16:creationId xmlns:a16="http://schemas.microsoft.com/office/drawing/2014/main" id="{21F1E9B9-A77C-406A-8567-40F8F6A1EF06}"/>
              </a:ext>
            </a:extLst>
          </p:cNvPr>
          <p:cNvSpPr>
            <a:spLocks noGrp="1"/>
          </p:cNvSpPr>
          <p:nvPr/>
        </p:nvSpPr>
        <p:spPr>
          <a:xfrm>
            <a:off x="4933950" y="1504950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061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kl-cmo">
            <a:extLst>
              <a:ext uri="{FF2B5EF4-FFF2-40B4-BE49-F238E27FC236}">
                <a16:creationId xmlns:a16="http://schemas.microsoft.com/office/drawing/2014/main" id="{9816B19C-F75E-4345-8DA8-C011AE656315}"/>
              </a:ext>
            </a:extLst>
          </p:cNvPr>
          <p:cNvSpPr>
            <a:spLocks noGrp="1"/>
          </p:cNvSpPr>
          <p:nvPr/>
        </p:nvSpPr>
        <p:spPr>
          <a:xfrm>
            <a:off x="5105400" y="165735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CMO</a:t>
            </a:r>
          </a:p>
        </p:txBody>
      </p:sp>
      <p:sp>
        <p:nvSpPr>
          <p:cNvPr id="14" name="kv-cmo">
            <a:extLst>
              <a:ext uri="{FF2B5EF4-FFF2-40B4-BE49-F238E27FC236}">
                <a16:creationId xmlns:a16="http://schemas.microsoft.com/office/drawing/2014/main" id="{7BBDBDB4-721B-4468-B237-1B1BAD490BD8}"/>
              </a:ext>
            </a:extLst>
          </p:cNvPr>
          <p:cNvSpPr>
            <a:spLocks noGrp="1"/>
          </p:cNvSpPr>
          <p:nvPr/>
        </p:nvSpPr>
        <p:spPr>
          <a:xfrm>
            <a:off x="5105400" y="1943100"/>
            <a:ext cx="175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92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kpi-cm">
            <a:extLst>
              <a:ext uri="{FF2B5EF4-FFF2-40B4-BE49-F238E27FC236}">
                <a16:creationId xmlns:a16="http://schemas.microsoft.com/office/drawing/2014/main" id="{1E59C551-797C-42AE-987A-2D42E91988C3}"/>
              </a:ext>
            </a:extLst>
          </p:cNvPr>
          <p:cNvSpPr>
            <a:spLocks noGrp="1"/>
          </p:cNvSpPr>
          <p:nvPr/>
        </p:nvSpPr>
        <p:spPr>
          <a:xfrm>
            <a:off x="7200900" y="1504950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00549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kl-cm">
            <a:extLst>
              <a:ext uri="{FF2B5EF4-FFF2-40B4-BE49-F238E27FC236}">
                <a16:creationId xmlns:a16="http://schemas.microsoft.com/office/drawing/2014/main" id="{F8D4F67C-AE94-4A0C-BD72-ABE1194B6DC6}"/>
              </a:ext>
            </a:extLst>
          </p:cNvPr>
          <p:cNvSpPr>
            <a:spLocks noGrp="1"/>
          </p:cNvSpPr>
          <p:nvPr/>
        </p:nvSpPr>
        <p:spPr>
          <a:xfrm>
            <a:off x="7372350" y="165735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DONT CM</a:t>
            </a:r>
          </a:p>
        </p:txBody>
      </p:sp>
      <p:sp>
        <p:nvSpPr>
          <p:cNvPr id="17" name="kv-cm">
            <a:extLst>
              <a:ext uri="{FF2B5EF4-FFF2-40B4-BE49-F238E27FC236}">
                <a16:creationId xmlns:a16="http://schemas.microsoft.com/office/drawing/2014/main" id="{7A1E6396-482F-4910-B838-BDEE3F64B8B4}"/>
              </a:ext>
            </a:extLst>
          </p:cNvPr>
          <p:cNvSpPr>
            <a:spLocks noGrp="1"/>
          </p:cNvSpPr>
          <p:nvPr/>
        </p:nvSpPr>
        <p:spPr>
          <a:xfrm>
            <a:off x="7372350" y="1943100"/>
            <a:ext cx="175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925" b="1">
                <a:solidFill>
                  <a:srgbClr val="00549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549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8" name="kpi-cic">
            <a:extLst>
              <a:ext uri="{FF2B5EF4-FFF2-40B4-BE49-F238E27FC236}">
                <a16:creationId xmlns:a16="http://schemas.microsoft.com/office/drawing/2014/main" id="{8684FD51-A435-40BC-8248-1256F0D94174}"/>
              </a:ext>
            </a:extLst>
          </p:cNvPr>
          <p:cNvSpPr>
            <a:spLocks noGrp="1"/>
          </p:cNvSpPr>
          <p:nvPr/>
        </p:nvSpPr>
        <p:spPr>
          <a:xfrm>
            <a:off x="9467850" y="1504950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061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kl-cic">
            <a:extLst>
              <a:ext uri="{FF2B5EF4-FFF2-40B4-BE49-F238E27FC236}">
                <a16:creationId xmlns:a16="http://schemas.microsoft.com/office/drawing/2014/main" id="{27BEEFC9-97EF-4C3F-A784-9CB5F8541B69}"/>
              </a:ext>
            </a:extLst>
          </p:cNvPr>
          <p:cNvSpPr>
            <a:spLocks noGrp="1"/>
          </p:cNvSpPr>
          <p:nvPr/>
        </p:nvSpPr>
        <p:spPr>
          <a:xfrm>
            <a:off x="9639300" y="165735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DONT CIC</a:t>
            </a:r>
          </a:p>
        </p:txBody>
      </p:sp>
      <p:sp>
        <p:nvSpPr>
          <p:cNvPr id="20" name="kv-cic">
            <a:extLst>
              <a:ext uri="{FF2B5EF4-FFF2-40B4-BE49-F238E27FC236}">
                <a16:creationId xmlns:a16="http://schemas.microsoft.com/office/drawing/2014/main" id="{74BD43AC-DF9E-4522-86AE-78F4FF4297A2}"/>
              </a:ext>
            </a:extLst>
          </p:cNvPr>
          <p:cNvSpPr>
            <a:spLocks noGrp="1"/>
          </p:cNvSpPr>
          <p:nvPr/>
        </p:nvSpPr>
        <p:spPr>
          <a:xfrm>
            <a:off x="9639300" y="1943100"/>
            <a:ext cx="175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92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1" name="dirco-panel">
            <a:extLst>
              <a:ext uri="{FF2B5EF4-FFF2-40B4-BE49-F238E27FC236}">
                <a16:creationId xmlns:a16="http://schemas.microsoft.com/office/drawing/2014/main" id="{99CA1B1E-D623-4958-B037-9C71B5CB6D05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7858125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00549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dirco-head">
            <a:extLst>
              <a:ext uri="{FF2B5EF4-FFF2-40B4-BE49-F238E27FC236}">
                <a16:creationId xmlns:a16="http://schemas.microsoft.com/office/drawing/2014/main" id="{E1D8A840-379B-4010-B69E-EE90D55F8D22}"/>
              </a:ext>
            </a:extLst>
          </p:cNvPr>
          <p:cNvSpPr>
            <a:spLocks noGrp="1"/>
          </p:cNvSpPr>
          <p:nvPr/>
        </p:nvSpPr>
        <p:spPr>
          <a:xfrm>
            <a:off x="628650" y="30289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00549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49F"/>
                </a:solidFill>
                <a:latin typeface="Arial"/>
                <a:ea typeface="Arial"/>
                <a:cs typeface="Arial"/>
              </a:rPr>
              <a:t>DIRCO — LOTS TRANSFÉRÉS</a:t>
            </a:r>
          </a:p>
        </p:txBody>
      </p:sp>
      <p:sp>
        <p:nvSpPr>
          <p:cNvPr id="23" name="h-0">
            <a:extLst>
              <a:ext uri="{FF2B5EF4-FFF2-40B4-BE49-F238E27FC236}">
                <a16:creationId xmlns:a16="http://schemas.microsoft.com/office/drawing/2014/main" id="{8938AF0D-9B0C-4F97-AD95-70220FCE1213}"/>
              </a:ext>
            </a:extLst>
          </p:cNvPr>
          <p:cNvSpPr>
            <a:spLocks noGrp="1"/>
          </p:cNvSpPr>
          <p:nvPr/>
        </p:nvSpPr>
        <p:spPr>
          <a:xfrm>
            <a:off x="628650" y="3409950"/>
            <a:ext cx="70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Lot</a:t>
            </a:r>
          </a:p>
        </p:txBody>
      </p:sp>
      <p:sp>
        <p:nvSpPr>
          <p:cNvPr id="24" name="h-1">
            <a:extLst>
              <a:ext uri="{FF2B5EF4-FFF2-40B4-BE49-F238E27FC236}">
                <a16:creationId xmlns:a16="http://schemas.microsoft.com/office/drawing/2014/main" id="{24F89090-3E33-49A5-8BF3-72EDF99F66DD}"/>
              </a:ext>
            </a:extLst>
          </p:cNvPr>
          <p:cNvSpPr>
            <a:spLocks noGrp="1"/>
          </p:cNvSpPr>
          <p:nvPr/>
        </p:nvSpPr>
        <p:spPr>
          <a:xfrm>
            <a:off x="1381125" y="34099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25" name="h-2">
            <a:extLst>
              <a:ext uri="{FF2B5EF4-FFF2-40B4-BE49-F238E27FC236}">
                <a16:creationId xmlns:a16="http://schemas.microsoft.com/office/drawing/2014/main" id="{DD6CED26-D670-46AA-A6F9-2897E2536FC3}"/>
              </a:ext>
            </a:extLst>
          </p:cNvPr>
          <p:cNvSpPr>
            <a:spLocks noGrp="1"/>
          </p:cNvSpPr>
          <p:nvPr/>
        </p:nvSpPr>
        <p:spPr>
          <a:xfrm>
            <a:off x="4762500" y="3409950"/>
            <a:ext cx="1000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Fichiers</a:t>
            </a:r>
          </a:p>
        </p:txBody>
      </p:sp>
      <p:sp>
        <p:nvSpPr>
          <p:cNvPr id="26" name="h-3">
            <a:extLst>
              <a:ext uri="{FF2B5EF4-FFF2-40B4-BE49-F238E27FC236}">
                <a16:creationId xmlns:a16="http://schemas.microsoft.com/office/drawing/2014/main" id="{83676251-4A31-4EA9-881D-C58A87960092}"/>
              </a:ext>
            </a:extLst>
          </p:cNvPr>
          <p:cNvSpPr>
            <a:spLocks noGrp="1"/>
          </p:cNvSpPr>
          <p:nvPr/>
        </p:nvSpPr>
        <p:spPr>
          <a:xfrm>
            <a:off x="5810250" y="3409950"/>
            <a:ext cx="809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CM</a:t>
            </a:r>
          </a:p>
        </p:txBody>
      </p:sp>
      <p:sp>
        <p:nvSpPr>
          <p:cNvPr id="27" name="h-4">
            <a:extLst>
              <a:ext uri="{FF2B5EF4-FFF2-40B4-BE49-F238E27FC236}">
                <a16:creationId xmlns:a16="http://schemas.microsoft.com/office/drawing/2014/main" id="{6B025319-95D4-4CCB-8576-74A08FA57E88}"/>
              </a:ext>
            </a:extLst>
          </p:cNvPr>
          <p:cNvSpPr>
            <a:spLocks noGrp="1"/>
          </p:cNvSpPr>
          <p:nvPr/>
        </p:nvSpPr>
        <p:spPr>
          <a:xfrm>
            <a:off x="6667500" y="3409950"/>
            <a:ext cx="809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CIC</a:t>
            </a:r>
          </a:p>
        </p:txBody>
      </p:sp>
      <p:sp>
        <p:nvSpPr>
          <p:cNvPr id="28" name="h-5">
            <a:extLst>
              <a:ext uri="{FF2B5EF4-FFF2-40B4-BE49-F238E27FC236}">
                <a16:creationId xmlns:a16="http://schemas.microsoft.com/office/drawing/2014/main" id="{B2B9253C-9054-436F-B507-AD7111A49F0C}"/>
              </a:ext>
            </a:extLst>
          </p:cNvPr>
          <p:cNvSpPr>
            <a:spLocks noGrp="1"/>
          </p:cNvSpPr>
          <p:nvPr/>
        </p:nvSpPr>
        <p:spPr>
          <a:xfrm>
            <a:off x="7524750" y="3409950"/>
            <a:ext cx="447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3333"/>
          </a:bodyPr>
          <a:lstStyle/>
          <a:p>
            <a:pPr algn="ctr">
              <a:defRPr sz="1050" b="1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67A"/>
                </a:solidFill>
                <a:latin typeface="Arial"/>
                <a:ea typeface="Arial"/>
                <a:cs typeface="Arial"/>
              </a:rPr>
              <a:t>Transfert</a:t>
            </a:r>
          </a:p>
        </p:txBody>
      </p:sp>
      <p:sp>
        <p:nvSpPr>
          <p:cNvPr id="29" name="row-0">
            <a:extLst>
              <a:ext uri="{FF2B5EF4-FFF2-40B4-BE49-F238E27FC236}">
                <a16:creationId xmlns:a16="http://schemas.microsoft.com/office/drawing/2014/main" id="{0ECF6976-720D-47F0-B81F-FDC8587FDB02}"/>
              </a:ext>
            </a:extLst>
          </p:cNvPr>
          <p:cNvSpPr>
            <a:spLocks noGrp="1"/>
          </p:cNvSpPr>
          <p:nvPr/>
        </p:nvSpPr>
        <p:spPr>
          <a:xfrm>
            <a:off x="590550" y="3762375"/>
            <a:ext cx="74771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c-0-0">
            <a:extLst>
              <a:ext uri="{FF2B5EF4-FFF2-40B4-BE49-F238E27FC236}">
                <a16:creationId xmlns:a16="http://schemas.microsoft.com/office/drawing/2014/main" id="{284F944D-3E12-4379-B9AF-4BA135A80FC1}"/>
              </a:ext>
            </a:extLst>
          </p:cNvPr>
          <p:cNvSpPr>
            <a:spLocks noGrp="1"/>
          </p:cNvSpPr>
          <p:nvPr/>
        </p:nvSpPr>
        <p:spPr>
          <a:xfrm>
            <a:off x="628650" y="380047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Lot 2</a:t>
            </a:r>
          </a:p>
        </p:txBody>
      </p:sp>
      <p:sp>
        <p:nvSpPr>
          <p:cNvPr id="31" name="c-0-1">
            <a:extLst>
              <a:ext uri="{FF2B5EF4-FFF2-40B4-BE49-F238E27FC236}">
                <a16:creationId xmlns:a16="http://schemas.microsoft.com/office/drawing/2014/main" id="{EF1FCC28-44E0-462C-9640-5028B46E200B}"/>
              </a:ext>
            </a:extLst>
          </p:cNvPr>
          <p:cNvSpPr>
            <a:spLocks noGrp="1"/>
          </p:cNvSpPr>
          <p:nvPr/>
        </p:nvSpPr>
        <p:spPr>
          <a:xfrm>
            <a:off x="1381125" y="380047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Crédit Conso Trésorerie – Autonomie – LCC</a:t>
            </a:r>
          </a:p>
        </p:txBody>
      </p:sp>
      <p:sp>
        <p:nvSpPr>
          <p:cNvPr id="32" name="c-0-2">
            <a:extLst>
              <a:ext uri="{FF2B5EF4-FFF2-40B4-BE49-F238E27FC236}">
                <a16:creationId xmlns:a16="http://schemas.microsoft.com/office/drawing/2014/main" id="{D7A4F4A4-8669-46C2-937F-79C3CD992847}"/>
              </a:ext>
            </a:extLst>
          </p:cNvPr>
          <p:cNvSpPr>
            <a:spLocks noGrp="1"/>
          </p:cNvSpPr>
          <p:nvPr/>
        </p:nvSpPr>
        <p:spPr>
          <a:xfrm>
            <a:off x="4762500" y="3800475"/>
            <a:ext cx="1000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3" name="c-0-3">
            <a:extLst>
              <a:ext uri="{FF2B5EF4-FFF2-40B4-BE49-F238E27FC236}">
                <a16:creationId xmlns:a16="http://schemas.microsoft.com/office/drawing/2014/main" id="{646AEA37-0E2F-4E47-AE8D-7C9BC56B60E6}"/>
              </a:ext>
            </a:extLst>
          </p:cNvPr>
          <p:cNvSpPr>
            <a:spLocks noGrp="1"/>
          </p:cNvSpPr>
          <p:nvPr/>
        </p:nvSpPr>
        <p:spPr>
          <a:xfrm>
            <a:off x="5810250" y="3800475"/>
            <a:ext cx="80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4" name="c-0-4">
            <a:extLst>
              <a:ext uri="{FF2B5EF4-FFF2-40B4-BE49-F238E27FC236}">
                <a16:creationId xmlns:a16="http://schemas.microsoft.com/office/drawing/2014/main" id="{4FC21CF9-5EC0-4672-8803-C27547D29802}"/>
              </a:ext>
            </a:extLst>
          </p:cNvPr>
          <p:cNvSpPr>
            <a:spLocks noGrp="1"/>
          </p:cNvSpPr>
          <p:nvPr/>
        </p:nvSpPr>
        <p:spPr>
          <a:xfrm>
            <a:off x="6667500" y="3800475"/>
            <a:ext cx="80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5" name="c-0-5">
            <a:extLst>
              <a:ext uri="{FF2B5EF4-FFF2-40B4-BE49-F238E27FC236}">
                <a16:creationId xmlns:a16="http://schemas.microsoft.com/office/drawing/2014/main" id="{1DD9D289-AAD3-43B2-9D95-5E80F4C6EDAA}"/>
              </a:ext>
            </a:extLst>
          </p:cNvPr>
          <p:cNvSpPr>
            <a:spLocks noGrp="1"/>
          </p:cNvSpPr>
          <p:nvPr/>
        </p:nvSpPr>
        <p:spPr>
          <a:xfrm>
            <a:off x="7524750" y="3800475"/>
            <a:ext cx="447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01 sept.</a:t>
            </a:r>
          </a:p>
        </p:txBody>
      </p:sp>
      <p:sp>
        <p:nvSpPr>
          <p:cNvPr id="36" name="row-1">
            <a:extLst>
              <a:ext uri="{FF2B5EF4-FFF2-40B4-BE49-F238E27FC236}">
                <a16:creationId xmlns:a16="http://schemas.microsoft.com/office/drawing/2014/main" id="{699B4593-ED3C-41BD-9DC5-5405D1A48C49}"/>
              </a:ext>
            </a:extLst>
          </p:cNvPr>
          <p:cNvSpPr>
            <a:spLocks noGrp="1"/>
          </p:cNvSpPr>
          <p:nvPr/>
        </p:nvSpPr>
        <p:spPr>
          <a:xfrm>
            <a:off x="590550" y="4238625"/>
            <a:ext cx="7477125" cy="400050"/>
          </a:xfrm>
          <a:prstGeom prst="rect">
            <a:avLst/>
          </a:prstGeom>
          <a:solidFill>
            <a:srgbClr val="EDF2F7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7" name="c-1-0">
            <a:extLst>
              <a:ext uri="{FF2B5EF4-FFF2-40B4-BE49-F238E27FC236}">
                <a16:creationId xmlns:a16="http://schemas.microsoft.com/office/drawing/2014/main" id="{5F6CC069-AC23-4185-9321-CBB28147DDC5}"/>
              </a:ext>
            </a:extLst>
          </p:cNvPr>
          <p:cNvSpPr>
            <a:spLocks noGrp="1"/>
          </p:cNvSpPr>
          <p:nvPr/>
        </p:nvSpPr>
        <p:spPr>
          <a:xfrm>
            <a:off x="628650" y="427672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Lot 3</a:t>
            </a:r>
          </a:p>
        </p:txBody>
      </p:sp>
      <p:sp>
        <p:nvSpPr>
          <p:cNvPr id="38" name="c-1-1">
            <a:extLst>
              <a:ext uri="{FF2B5EF4-FFF2-40B4-BE49-F238E27FC236}">
                <a16:creationId xmlns:a16="http://schemas.microsoft.com/office/drawing/2014/main" id="{E95B0D14-57CC-414F-A403-205B71B788C3}"/>
              </a:ext>
            </a:extLst>
          </p:cNvPr>
          <p:cNvSpPr>
            <a:spLocks noGrp="1"/>
          </p:cNvSpPr>
          <p:nvPr/>
        </p:nvSpPr>
        <p:spPr>
          <a:xfrm>
            <a:off x="1381125" y="42767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Crédit Immo Part</a:t>
            </a:r>
          </a:p>
        </p:txBody>
      </p:sp>
      <p:sp>
        <p:nvSpPr>
          <p:cNvPr id="39" name="c-1-2">
            <a:extLst>
              <a:ext uri="{FF2B5EF4-FFF2-40B4-BE49-F238E27FC236}">
                <a16:creationId xmlns:a16="http://schemas.microsoft.com/office/drawing/2014/main" id="{C873B07F-490F-46C8-B9D2-5D322A4040B5}"/>
              </a:ext>
            </a:extLst>
          </p:cNvPr>
          <p:cNvSpPr>
            <a:spLocks noGrp="1"/>
          </p:cNvSpPr>
          <p:nvPr/>
        </p:nvSpPr>
        <p:spPr>
          <a:xfrm>
            <a:off x="4762500" y="4276725"/>
            <a:ext cx="1000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0" name="c-1-3">
            <a:extLst>
              <a:ext uri="{FF2B5EF4-FFF2-40B4-BE49-F238E27FC236}">
                <a16:creationId xmlns:a16="http://schemas.microsoft.com/office/drawing/2014/main" id="{F807C792-5E72-4501-ACD6-C847C39EE442}"/>
              </a:ext>
            </a:extLst>
          </p:cNvPr>
          <p:cNvSpPr>
            <a:spLocks noGrp="1"/>
          </p:cNvSpPr>
          <p:nvPr/>
        </p:nvSpPr>
        <p:spPr>
          <a:xfrm>
            <a:off x="5810250" y="4276725"/>
            <a:ext cx="80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1" name="c-1-4">
            <a:extLst>
              <a:ext uri="{FF2B5EF4-FFF2-40B4-BE49-F238E27FC236}">
                <a16:creationId xmlns:a16="http://schemas.microsoft.com/office/drawing/2014/main" id="{4AA69297-3041-4D28-9272-073D2F460E10}"/>
              </a:ext>
            </a:extLst>
          </p:cNvPr>
          <p:cNvSpPr>
            <a:spLocks noGrp="1"/>
          </p:cNvSpPr>
          <p:nvPr/>
        </p:nvSpPr>
        <p:spPr>
          <a:xfrm>
            <a:off x="6667500" y="4276725"/>
            <a:ext cx="80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2" name="c-1-5">
            <a:extLst>
              <a:ext uri="{FF2B5EF4-FFF2-40B4-BE49-F238E27FC236}">
                <a16:creationId xmlns:a16="http://schemas.microsoft.com/office/drawing/2014/main" id="{101227F4-83C7-49F1-8AF0-35EDBEDECF02}"/>
              </a:ext>
            </a:extLst>
          </p:cNvPr>
          <p:cNvSpPr>
            <a:spLocks noGrp="1"/>
          </p:cNvSpPr>
          <p:nvPr/>
        </p:nvSpPr>
        <p:spPr>
          <a:xfrm>
            <a:off x="7524750" y="4276725"/>
            <a:ext cx="447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15 sept.</a:t>
            </a:r>
          </a:p>
        </p:txBody>
      </p:sp>
      <p:sp>
        <p:nvSpPr>
          <p:cNvPr id="43" name="row-2">
            <a:extLst>
              <a:ext uri="{FF2B5EF4-FFF2-40B4-BE49-F238E27FC236}">
                <a16:creationId xmlns:a16="http://schemas.microsoft.com/office/drawing/2014/main" id="{749526E6-4E8A-4109-8911-9D1C7FBFDC92}"/>
              </a:ext>
            </a:extLst>
          </p:cNvPr>
          <p:cNvSpPr>
            <a:spLocks noGrp="1"/>
          </p:cNvSpPr>
          <p:nvPr/>
        </p:nvSpPr>
        <p:spPr>
          <a:xfrm>
            <a:off x="590550" y="4714875"/>
            <a:ext cx="74771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4" name="c-2-0">
            <a:extLst>
              <a:ext uri="{FF2B5EF4-FFF2-40B4-BE49-F238E27FC236}">
                <a16:creationId xmlns:a16="http://schemas.microsoft.com/office/drawing/2014/main" id="{652CE936-F248-4DAE-89BC-A0E93B9D67B5}"/>
              </a:ext>
            </a:extLst>
          </p:cNvPr>
          <p:cNvSpPr>
            <a:spLocks noGrp="1"/>
          </p:cNvSpPr>
          <p:nvPr/>
        </p:nvSpPr>
        <p:spPr>
          <a:xfrm>
            <a:off x="628650" y="475297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Lot 3 bis</a:t>
            </a:r>
          </a:p>
        </p:txBody>
      </p:sp>
      <p:sp>
        <p:nvSpPr>
          <p:cNvPr id="45" name="c-2-1">
            <a:extLst>
              <a:ext uri="{FF2B5EF4-FFF2-40B4-BE49-F238E27FC236}">
                <a16:creationId xmlns:a16="http://schemas.microsoft.com/office/drawing/2014/main" id="{F082955F-C371-4345-A106-DF5C9C1522B8}"/>
              </a:ext>
            </a:extLst>
          </p:cNvPr>
          <p:cNvSpPr>
            <a:spLocks noGrp="1"/>
          </p:cNvSpPr>
          <p:nvPr/>
        </p:nvSpPr>
        <p:spPr>
          <a:xfrm>
            <a:off x="1381125" y="475297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Analyse complémentaire — à vérifier</a:t>
            </a:r>
          </a:p>
        </p:txBody>
      </p:sp>
      <p:sp>
        <p:nvSpPr>
          <p:cNvPr id="46" name="c-2-2">
            <a:extLst>
              <a:ext uri="{FF2B5EF4-FFF2-40B4-BE49-F238E27FC236}">
                <a16:creationId xmlns:a16="http://schemas.microsoft.com/office/drawing/2014/main" id="{26E43F16-1A3D-468E-91CA-3549666AF5A0}"/>
              </a:ext>
            </a:extLst>
          </p:cNvPr>
          <p:cNvSpPr>
            <a:spLocks noGrp="1"/>
          </p:cNvSpPr>
          <p:nvPr/>
        </p:nvSpPr>
        <p:spPr>
          <a:xfrm>
            <a:off x="4762500" y="4752975"/>
            <a:ext cx="1000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9*</a:t>
            </a:r>
          </a:p>
        </p:txBody>
      </p:sp>
      <p:sp>
        <p:nvSpPr>
          <p:cNvPr id="47" name="c-2-3">
            <a:extLst>
              <a:ext uri="{FF2B5EF4-FFF2-40B4-BE49-F238E27FC236}">
                <a16:creationId xmlns:a16="http://schemas.microsoft.com/office/drawing/2014/main" id="{D4CE08F2-B1B7-43FD-AB7A-2DFFB20CA8C4}"/>
              </a:ext>
            </a:extLst>
          </p:cNvPr>
          <p:cNvSpPr>
            <a:spLocks noGrp="1"/>
          </p:cNvSpPr>
          <p:nvPr/>
        </p:nvSpPr>
        <p:spPr>
          <a:xfrm>
            <a:off x="5810250" y="4752975"/>
            <a:ext cx="80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5*</a:t>
            </a:r>
          </a:p>
        </p:txBody>
      </p:sp>
      <p:sp>
        <p:nvSpPr>
          <p:cNvPr id="48" name="c-2-4">
            <a:extLst>
              <a:ext uri="{FF2B5EF4-FFF2-40B4-BE49-F238E27FC236}">
                <a16:creationId xmlns:a16="http://schemas.microsoft.com/office/drawing/2014/main" id="{9121D10F-A11A-4D90-B310-C544B61CDE97}"/>
              </a:ext>
            </a:extLst>
          </p:cNvPr>
          <p:cNvSpPr>
            <a:spLocks noGrp="1"/>
          </p:cNvSpPr>
          <p:nvPr/>
        </p:nvSpPr>
        <p:spPr>
          <a:xfrm>
            <a:off x="6667500" y="4752975"/>
            <a:ext cx="80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4*</a:t>
            </a:r>
          </a:p>
        </p:txBody>
      </p:sp>
      <p:sp>
        <p:nvSpPr>
          <p:cNvPr id="49" name="c-2-5">
            <a:extLst>
              <a:ext uri="{FF2B5EF4-FFF2-40B4-BE49-F238E27FC236}">
                <a16:creationId xmlns:a16="http://schemas.microsoft.com/office/drawing/2014/main" id="{C032FD9B-5C92-4063-BDBE-39214880D732}"/>
              </a:ext>
            </a:extLst>
          </p:cNvPr>
          <p:cNvSpPr>
            <a:spLocks noGrp="1"/>
          </p:cNvSpPr>
          <p:nvPr/>
        </p:nvSpPr>
        <p:spPr>
          <a:xfrm>
            <a:off x="7524750" y="4752975"/>
            <a:ext cx="447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15 sept.</a:t>
            </a:r>
          </a:p>
        </p:txBody>
      </p:sp>
      <p:sp>
        <p:nvSpPr>
          <p:cNvPr id="50" name="row-3">
            <a:extLst>
              <a:ext uri="{FF2B5EF4-FFF2-40B4-BE49-F238E27FC236}">
                <a16:creationId xmlns:a16="http://schemas.microsoft.com/office/drawing/2014/main" id="{078D616B-EF60-4D2C-8591-0C02A07174F5}"/>
              </a:ext>
            </a:extLst>
          </p:cNvPr>
          <p:cNvSpPr>
            <a:spLocks noGrp="1"/>
          </p:cNvSpPr>
          <p:nvPr/>
        </p:nvSpPr>
        <p:spPr>
          <a:xfrm>
            <a:off x="590550" y="5191125"/>
            <a:ext cx="7477125" cy="400050"/>
          </a:xfrm>
          <a:prstGeom prst="rect">
            <a:avLst/>
          </a:prstGeom>
          <a:solidFill>
            <a:srgbClr val="E6F2F4"/>
          </a:solidFill>
          <a:ln w="9525">
            <a:solidFill>
              <a:srgbClr val="007D8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1" name="c-3-0">
            <a:extLst>
              <a:ext uri="{FF2B5EF4-FFF2-40B4-BE49-F238E27FC236}">
                <a16:creationId xmlns:a16="http://schemas.microsoft.com/office/drawing/2014/main" id="{BB3C2296-0814-4C0C-A8E9-D9D46CDB446C}"/>
              </a:ext>
            </a:extLst>
          </p:cNvPr>
          <p:cNvSpPr>
            <a:spLocks noGrp="1"/>
          </p:cNvSpPr>
          <p:nvPr/>
        </p:nvSpPr>
        <p:spPr>
          <a:xfrm>
            <a:off x="628650" y="522922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07D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D8A"/>
                </a:solidFill>
                <a:latin typeface="Arial"/>
                <a:ea typeface="Arial"/>
                <a:cs typeface="Arial"/>
              </a:rPr>
              <a:t>TOTAL</a:t>
            </a:r>
          </a:p>
        </p:txBody>
      </p:sp>
      <p:sp>
        <p:nvSpPr>
          <p:cNvPr id="52" name="c-3-1">
            <a:extLst>
              <a:ext uri="{FF2B5EF4-FFF2-40B4-BE49-F238E27FC236}">
                <a16:creationId xmlns:a16="http://schemas.microsoft.com/office/drawing/2014/main" id="{97F1B776-D789-414B-A149-CBBC8474C044}"/>
              </a:ext>
            </a:extLst>
          </p:cNvPr>
          <p:cNvSpPr>
            <a:spLocks noGrp="1"/>
          </p:cNvSpPr>
          <p:nvPr/>
        </p:nvSpPr>
        <p:spPr>
          <a:xfrm>
            <a:off x="1381125" y="52292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endParaRPr/>
          </a:p>
        </p:txBody>
      </p:sp>
      <p:sp>
        <p:nvSpPr>
          <p:cNvPr id="53" name="c-3-2">
            <a:extLst>
              <a:ext uri="{FF2B5EF4-FFF2-40B4-BE49-F238E27FC236}">
                <a16:creationId xmlns:a16="http://schemas.microsoft.com/office/drawing/2014/main" id="{E493C766-B95C-4330-A242-5C6DBCFCC84C}"/>
              </a:ext>
            </a:extLst>
          </p:cNvPr>
          <p:cNvSpPr>
            <a:spLocks noGrp="1"/>
          </p:cNvSpPr>
          <p:nvPr/>
        </p:nvSpPr>
        <p:spPr>
          <a:xfrm>
            <a:off x="4762500" y="5229225"/>
            <a:ext cx="1000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007D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D8A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54" name="c-3-3">
            <a:extLst>
              <a:ext uri="{FF2B5EF4-FFF2-40B4-BE49-F238E27FC236}">
                <a16:creationId xmlns:a16="http://schemas.microsoft.com/office/drawing/2014/main" id="{F0396FB6-AAD2-4BD5-9303-BDD77C53E381}"/>
              </a:ext>
            </a:extLst>
          </p:cNvPr>
          <p:cNvSpPr>
            <a:spLocks noGrp="1"/>
          </p:cNvSpPr>
          <p:nvPr/>
        </p:nvSpPr>
        <p:spPr>
          <a:xfrm>
            <a:off x="5810250" y="5229225"/>
            <a:ext cx="80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007D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D8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5" name="c-3-4">
            <a:extLst>
              <a:ext uri="{FF2B5EF4-FFF2-40B4-BE49-F238E27FC236}">
                <a16:creationId xmlns:a16="http://schemas.microsoft.com/office/drawing/2014/main" id="{A26BC023-E7D5-49BA-84B9-E69B51F4A14C}"/>
              </a:ext>
            </a:extLst>
          </p:cNvPr>
          <p:cNvSpPr>
            <a:spLocks noGrp="1"/>
          </p:cNvSpPr>
          <p:nvPr/>
        </p:nvSpPr>
        <p:spPr>
          <a:xfrm>
            <a:off x="6667500" y="5229225"/>
            <a:ext cx="80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007D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D8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6" name="c-3-5">
            <a:extLst>
              <a:ext uri="{FF2B5EF4-FFF2-40B4-BE49-F238E27FC236}">
                <a16:creationId xmlns:a16="http://schemas.microsoft.com/office/drawing/2014/main" id="{3E91BD1E-2287-43CB-8486-3A6E6E14BF31}"/>
              </a:ext>
            </a:extLst>
          </p:cNvPr>
          <p:cNvSpPr>
            <a:spLocks noGrp="1"/>
          </p:cNvSpPr>
          <p:nvPr/>
        </p:nvSpPr>
        <p:spPr>
          <a:xfrm>
            <a:off x="7524750" y="5229225"/>
            <a:ext cx="447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007D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D8A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57" name="warning">
            <a:extLst>
              <a:ext uri="{FF2B5EF4-FFF2-40B4-BE49-F238E27FC236}">
                <a16:creationId xmlns:a16="http://schemas.microsoft.com/office/drawing/2014/main" id="{098616F1-05CF-4157-95E8-6B54451E256E}"/>
              </a:ext>
            </a:extLst>
          </p:cNvPr>
          <p:cNvSpPr>
            <a:spLocks noGrp="1"/>
          </p:cNvSpPr>
          <p:nvPr/>
        </p:nvSpPr>
        <p:spPr>
          <a:xfrm>
            <a:off x="628650" y="57340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E777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7722"/>
                </a:solidFill>
                <a:latin typeface="Arial"/>
                <a:ea typeface="Arial"/>
                <a:cs typeface="Arial"/>
              </a:rPr>
              <a:t>* Volume et répartition du lot 3 bis à confirmer.</a:t>
            </a:r>
          </a:p>
        </p:txBody>
      </p:sp>
      <p:sp>
        <p:nvSpPr>
          <p:cNvPr id="58" name="cmo-panel">
            <a:extLst>
              <a:ext uri="{FF2B5EF4-FFF2-40B4-BE49-F238E27FC236}">
                <a16:creationId xmlns:a16="http://schemas.microsoft.com/office/drawing/2014/main" id="{A01D9DEA-0CF9-4FFF-96AC-208A7BE0080D}"/>
              </a:ext>
            </a:extLst>
          </p:cNvPr>
          <p:cNvSpPr>
            <a:spLocks noGrp="1"/>
          </p:cNvSpPr>
          <p:nvPr/>
        </p:nvSpPr>
        <p:spPr>
          <a:xfrm>
            <a:off x="8524875" y="2857500"/>
            <a:ext cx="3267075" cy="1952625"/>
          </a:xfrm>
          <a:prstGeom prst="roundRect">
            <a:avLst>
              <a:gd name="adj" fmla="val 3902"/>
            </a:avLst>
          </a:prstGeom>
          <a:solidFill>
            <a:srgbClr val="EDF2F7"/>
          </a:solidFill>
          <a:ln w="9525">
            <a:solidFill>
              <a:srgbClr val="E3061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9" name="cmo-head">
            <a:extLst>
              <a:ext uri="{FF2B5EF4-FFF2-40B4-BE49-F238E27FC236}">
                <a16:creationId xmlns:a16="http://schemas.microsoft.com/office/drawing/2014/main" id="{C3308310-3407-4243-8704-2D82A03E0825}"/>
              </a:ext>
            </a:extLst>
          </p:cNvPr>
          <p:cNvSpPr>
            <a:spLocks noGrp="1"/>
          </p:cNvSpPr>
          <p:nvPr/>
        </p:nvSpPr>
        <p:spPr>
          <a:xfrm>
            <a:off x="8763000" y="30480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CMO</a:t>
            </a:r>
          </a:p>
        </p:txBody>
      </p:sp>
      <p:sp>
        <p:nvSpPr>
          <p:cNvPr id="60" name="cmo-type">
            <a:extLst>
              <a:ext uri="{FF2B5EF4-FFF2-40B4-BE49-F238E27FC236}">
                <a16:creationId xmlns:a16="http://schemas.microsoft.com/office/drawing/2014/main" id="{69AF0FED-E738-4A1F-82AF-68E42CC19A58}"/>
              </a:ext>
            </a:extLst>
          </p:cNvPr>
          <p:cNvSpPr>
            <a:spLocks noGrp="1"/>
          </p:cNvSpPr>
          <p:nvPr/>
        </p:nvSpPr>
        <p:spPr>
          <a:xfrm>
            <a:off x="8763000" y="35242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Épargne bancaire</a:t>
            </a:r>
          </a:p>
        </p:txBody>
      </p:sp>
      <p:sp>
        <p:nvSpPr>
          <p:cNvPr id="61" name="cmo-val">
            <a:extLst>
              <a:ext uri="{FF2B5EF4-FFF2-40B4-BE49-F238E27FC236}">
                <a16:creationId xmlns:a16="http://schemas.microsoft.com/office/drawing/2014/main" id="{30F32747-5E2C-44CA-97D9-D953C98ED9C9}"/>
              </a:ext>
            </a:extLst>
          </p:cNvPr>
          <p:cNvSpPr>
            <a:spLocks noGrp="1"/>
          </p:cNvSpPr>
          <p:nvPr/>
        </p:nvSpPr>
        <p:spPr>
          <a:xfrm>
            <a:off x="8763000" y="400050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1">
                <a:solidFill>
                  <a:srgbClr val="E3061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1 fichier</a:t>
            </a:r>
          </a:p>
        </p:txBody>
      </p:sp>
      <p:sp>
        <p:nvSpPr>
          <p:cNvPr id="62" name="cmo-date">
            <a:extLst>
              <a:ext uri="{FF2B5EF4-FFF2-40B4-BE49-F238E27FC236}">
                <a16:creationId xmlns:a16="http://schemas.microsoft.com/office/drawing/2014/main" id="{4CB6E2DB-298F-42B6-8C50-22CF5168B629}"/>
              </a:ext>
            </a:extLst>
          </p:cNvPr>
          <p:cNvSpPr>
            <a:spLocks noGrp="1"/>
          </p:cNvSpPr>
          <p:nvPr/>
        </p:nvSpPr>
        <p:spPr>
          <a:xfrm>
            <a:off x="10048875" y="40671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A"/>
                </a:solidFill>
                <a:latin typeface="Arial"/>
                <a:ea typeface="Arial"/>
                <a:cs typeface="Arial"/>
              </a:rPr>
              <a:t>Transfert : 02 sept.</a:t>
            </a:r>
          </a:p>
        </p:txBody>
      </p:sp>
      <p:sp>
        <p:nvSpPr>
          <p:cNvPr id="63" name="priority">
            <a:extLst>
              <a:ext uri="{FF2B5EF4-FFF2-40B4-BE49-F238E27FC236}">
                <a16:creationId xmlns:a16="http://schemas.microsoft.com/office/drawing/2014/main" id="{273FCD7F-8471-4D79-AFFE-A62F2D39C2DD}"/>
              </a:ext>
            </a:extLst>
          </p:cNvPr>
          <p:cNvSpPr>
            <a:spLocks noGrp="1"/>
          </p:cNvSpPr>
          <p:nvPr/>
        </p:nvSpPr>
        <p:spPr>
          <a:xfrm>
            <a:off x="8524875" y="5019675"/>
            <a:ext cx="3267075" cy="981075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9525">
            <a:solidFill>
              <a:srgbClr val="007D8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4" name="prio-head">
            <a:extLst>
              <a:ext uri="{FF2B5EF4-FFF2-40B4-BE49-F238E27FC236}">
                <a16:creationId xmlns:a16="http://schemas.microsoft.com/office/drawing/2014/main" id="{A7D730F4-4B9B-4084-952C-4EC981383953}"/>
              </a:ext>
            </a:extLst>
          </p:cNvPr>
          <p:cNvSpPr>
            <a:spLocks noGrp="1"/>
          </p:cNvSpPr>
          <p:nvPr/>
        </p:nvSpPr>
        <p:spPr>
          <a:xfrm>
            <a:off x="8763000" y="517207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07D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D8A"/>
                </a:solidFill>
                <a:latin typeface="Arial"/>
                <a:ea typeface="Arial"/>
                <a:cs typeface="Arial"/>
              </a:rPr>
              <a:t>PRIORITÉ</a:t>
            </a:r>
          </a:p>
        </p:txBody>
      </p:sp>
      <p:sp>
        <p:nvSpPr>
          <p:cNvPr id="65" name="prio-body">
            <a:extLst>
              <a:ext uri="{FF2B5EF4-FFF2-40B4-BE49-F238E27FC236}">
                <a16:creationId xmlns:a16="http://schemas.microsoft.com/office/drawing/2014/main" id="{13242CEB-BE42-42C0-A819-F31440B57327}"/>
              </a:ext>
            </a:extLst>
          </p:cNvPr>
          <p:cNvSpPr>
            <a:spLocks noGrp="1"/>
          </p:cNvSpPr>
          <p:nvPr/>
        </p:nvSpPr>
        <p:spPr>
          <a:xfrm>
            <a:off x="8763000" y="54483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Valider le lot 3 bis</a:t>
            </a:r>
          </a:p>
        </p:txBody>
      </p:sp>
      <p:sp>
        <p:nvSpPr>
          <p:cNvPr id="66" name="back">
            <a:extLst>
              <a:ext uri="{FF2B5EF4-FFF2-40B4-BE49-F238E27FC236}">
                <a16:creationId xmlns:a16="http://schemas.microsoft.com/office/drawing/2014/main" id="{C1C73C31-BB26-48C3-A144-09A04C07AA99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00549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49F"/>
                </a:solidFill>
                <a:latin typeface="Arial"/>
                <a:ea typeface="Arial"/>
                <a:cs typeface="Arial"/>
                <a:hlinkClick r:id="" action="ppaction://noaction"/>
              </a:rPr>
              <a:t>←  TRAITEMENTS &amp; NOUVEAUTÉS</a:t>
            </a:r>
          </a:p>
        </p:txBody>
      </p:sp>
    </p:spTree>
    <p:extLst>
      <p:ext uri="{BB962C8B-B14F-4D97-AF65-F5344CB8AC3E}">
        <p14:creationId xmlns:p14="http://schemas.microsoft.com/office/powerpoint/2010/main" val="929384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DocSecurity>0</DocSecurity>
  <PresentationFormat>Widescreen</PresentationFormat>
  <Paragraphs>80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Dark Mode</cp:lastModifiedBy>
  <cp:revision>1</cp:revision>
  <dcterms:created xsi:type="dcterms:W3CDTF">2026-09-03T18:34:58Z</dcterms:created>
  <dcterms:modified xsi:type="dcterms:W3CDTF">2026-09-03T18:37:10Z</dcterms:modified>
</cp:coreProperties>
</file>